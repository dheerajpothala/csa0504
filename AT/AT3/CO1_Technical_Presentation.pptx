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5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3291840" cy="82296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325880"/>
            <a:ext cx="3291840" cy="5029200"/>
          </a:xfrm>
          <a:prstGeom prst="rect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943600"/>
            <a:ext cx="3291840" cy="82296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79608" y="2286000"/>
            <a:ext cx="3291840" cy="457200"/>
          </a:xfrm>
          <a:prstGeom prst="ellipse">
            <a:avLst/>
          </a:prstGeom>
          <a:ln w="12700">
            <a:solidFill>
              <a:srgbClr val="CFE8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3749040"/>
            <a:ext cx="3291840" cy="457200"/>
          </a:xfrm>
          <a:prstGeom prst="ellipse">
            <a:avLst/>
          </a:prstGeom>
          <a:ln w="12700">
            <a:solidFill>
              <a:srgbClr val="CFE8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5120640"/>
            <a:ext cx="3291840" cy="457200"/>
          </a:xfrm>
          <a:prstGeom prst="ellipse">
            <a:avLst/>
          </a:prstGeom>
          <a:ln w="12700">
            <a:solidFill>
              <a:srgbClr val="CFE8F3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ASSESSMENT TOOL 3 · TECHNICAL PRESENTATION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13232" y="4160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Models · ER &amp; EER Design for Real-World Systems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5074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 </a:t>
            </a: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Code: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CSA0504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5486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Dheeraj Krushna (192525230)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Diagram: Online Library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Entity-Relationship (ER) diagram maps the real-world objects (entities) of a library and the associations (relationships) that connect them — the blueprint before any table is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6" name="Image 0" descr="/home/claude/deck/icons/memb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26797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587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98448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 (PK), Name, Email, Phone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538728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10" name="Image 1" descr="/home/claude/deck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3612429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98448" y="3831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(PK), Title, Genre, CopiesAvailable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471416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14" name="Image 2" descr="/home/claude/deck/icons/auth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4545117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453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98448" y="47640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 (PK), Name, Nationality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5532120"/>
            <a:ext cx="5760720" cy="658368"/>
          </a:xfrm>
          <a:prstGeom prst="rect">
            <a:avLst/>
          </a:prstGeom>
          <a:solidFill>
            <a:srgbClr val="CFE8F3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55321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borrows many BOOKs (M:N via Loan); each BOOK is written by one or more AUTHORs (M:N).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178040" y="1600200"/>
            <a:ext cx="1965960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178040" y="16002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161020" y="2221992"/>
            <a:ext cx="9144" cy="15544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22008" y="2377440"/>
            <a:ext cx="2478024" cy="502920"/>
          </a:xfrm>
          <a:prstGeom prst="diamond">
            <a:avLst/>
          </a:prstGeom>
          <a:solidFill>
            <a:srgbClr val="CFE8F3"/>
          </a:solidFill>
          <a:ln w="254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922008" y="23774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161020" y="2880360"/>
            <a:ext cx="914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78040" y="3364992"/>
            <a:ext cx="1965960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178040" y="336499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161020" y="3986784"/>
            <a:ext cx="9144" cy="15544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22008" y="4142232"/>
            <a:ext cx="2478024" cy="502920"/>
          </a:xfrm>
          <a:prstGeom prst="diamond">
            <a:avLst/>
          </a:prstGeom>
          <a:solidFill>
            <a:srgbClr val="CFE8F3"/>
          </a:solidFill>
          <a:ln w="254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922008" y="414223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8161020" y="4645152"/>
            <a:ext cx="914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78040" y="5129784"/>
            <a:ext cx="1965960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7178040" y="512978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9198864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9198864" y="2926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9198864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9198864" y="46908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Model: University Case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548640"/>
          </a:xfrm>
          <a:prstGeom prst="rect">
            <a:avLst/>
          </a:prstGeom>
          <a:solidFill>
            <a:srgbClr val="21295C"/>
          </a:solidFill>
          <a:ln w="28575">
            <a:solidFill>
              <a:srgbClr val="21295C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81448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flipV="1">
            <a:off x="5867248" y="2103120"/>
            <a:ext cx="457200" cy="365760"/>
          </a:xfrm>
          <a:prstGeom prst="triangle">
            <a:avLst/>
          </a:prstGeom>
          <a:solidFill>
            <a:srgbClr val="F2A541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7248" y="21396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5848" y="1965960"/>
            <a:ext cx="9144" cy="1371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581248" y="2468880"/>
            <a:ext cx="251460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6848" y="2697480"/>
            <a:ext cx="1828800" cy="54864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6576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0160" y="2770632"/>
            <a:ext cx="402336" cy="402336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13" name="Image 0" descr="/home/claude/deck/icons/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463" y="2822936"/>
            <a:ext cx="297729" cy="29772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95848" y="2468880"/>
            <a:ext cx="9144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81448" y="2697480"/>
            <a:ext cx="1828800" cy="54864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91176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34760" y="2770632"/>
            <a:ext cx="402336" cy="402336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18" name="Image 1" descr="/home/claude/deck/icons/facul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063" y="2822936"/>
            <a:ext cx="297729" cy="29772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095848" y="2468880"/>
            <a:ext cx="251460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96048" y="2697480"/>
            <a:ext cx="1828800" cy="54864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805776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9049360" y="2770632"/>
            <a:ext cx="402336" cy="402336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23" name="Image 2" descr="/home/claude/deck/icons/sta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663" y="2822936"/>
            <a:ext cx="297729" cy="29772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 flipV="1">
            <a:off x="3352648" y="3401568"/>
            <a:ext cx="457200" cy="329184"/>
          </a:xfrm>
          <a:prstGeom prst="triangle">
            <a:avLst/>
          </a:prstGeom>
          <a:solidFill>
            <a:srgbClr val="F2A541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352648" y="3429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581248" y="3246120"/>
            <a:ext cx="9144" cy="15544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H="1">
            <a:off x="2575408" y="3730752"/>
            <a:ext cx="1005840" cy="20116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706728" y="3931920"/>
            <a:ext cx="1737360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1706728" y="3931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581248" y="3730752"/>
            <a:ext cx="1005840" cy="20116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718408" y="3931920"/>
            <a:ext cx="1737360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3718408" y="3931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4892040"/>
            <a:ext cx="53492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77240" y="50200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 (bottom-up)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77240" y="5349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common attributes of STUDENT, FACULTY and STAFF (name, ID, email) into one higher-level PERSON entity — abstracting shared features upward.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263640" y="4892040"/>
            <a:ext cx="53492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6492240" y="50200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 (top-down)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492240" y="5349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PERSON into meaningful subtypes with distinct attributes (STUDENT gets GPA; FACULTY gets Department) — refining a general entity downward.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 &amp; the Three-Schema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4520" y="15087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16184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19842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views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3063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3172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3538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— entities, relationships,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46177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47274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50932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schema — files, indexes, storage structures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377440"/>
            <a:ext cx="9144" cy="68580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487168"/>
            <a:ext cx="2468880" cy="457200"/>
          </a:xfrm>
          <a:prstGeom prst="rect">
            <a:avLst/>
          </a:prstGeom>
          <a:solidFill>
            <a:srgbClr val="F5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4871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931920"/>
            <a:ext cx="9144" cy="68580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4041648"/>
            <a:ext cx="2468880" cy="457200"/>
          </a:xfrm>
          <a:prstGeom prst="rect">
            <a:avLst/>
          </a:prstGeom>
          <a:solidFill>
            <a:srgbClr val="F5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0416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5349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797296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21" name="Image 0" descr="/home/claude/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5863864"/>
            <a:ext cx="378927" cy="37892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56235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conceptual schema without rewriting external views/apps.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5623560"/>
            <a:ext cx="5349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46520" y="57972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25" name="Image 1" descr="/home/claude/dec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088" y="5863864"/>
            <a:ext cx="378927" cy="37892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32320" y="56235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storage/indexes without touching the conceptual schema.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 ·  BL1 REMEMBER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of a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5" name="Image 0" descr="/home/claude/dec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7926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03911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 &amp; translates SQL/DML into low-level execution instructions.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9" name="Image 1" descr="/home/claude/dec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321000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90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456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app and OS to read/write data, indexes &amp; manage the buffer.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13" name="Image 2" descr="/home/claude/dec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" y="462732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07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87375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ACID properties: atomicity, consistency, isolation, durability.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40880" y="1600200"/>
            <a:ext cx="3017520" cy="594360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40880" y="16002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49640" y="2194560"/>
            <a:ext cx="9144" cy="4114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40880" y="2606040"/>
            <a:ext cx="3017520" cy="594360"/>
          </a:xfrm>
          <a:prstGeom prst="rect">
            <a:avLst/>
          </a:prstGeom>
          <a:solidFill>
            <a:srgbClr val="065A82"/>
          </a:solidFill>
          <a:ln w="2857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40880" y="26060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549640" y="3200400"/>
            <a:ext cx="9144" cy="4114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040880" y="3611880"/>
            <a:ext cx="3017520" cy="59436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040880" y="3611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549640" y="4206240"/>
            <a:ext cx="9144" cy="4114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040880" y="4617720"/>
            <a:ext cx="3017520" cy="594360"/>
          </a:xfrm>
          <a:prstGeom prst="rect">
            <a:avLst/>
          </a:prstGeom>
          <a:solidFill>
            <a:srgbClr val="21295C"/>
          </a:solidFill>
          <a:ln w="28575">
            <a:solidFill>
              <a:srgbClr val="21295C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40880" y="46177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(DISK)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287000" y="2880360"/>
            <a:ext cx="1737360" cy="1097280"/>
          </a:xfrm>
          <a:prstGeom prst="rect">
            <a:avLst/>
          </a:prstGeom>
          <a:solidFill>
            <a:srgbClr val="F2A541"/>
          </a:solidFill>
          <a:ln w="28575">
            <a:solidFill>
              <a:srgbClr val="F2A541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10287000" y="28803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0058400" y="2898648"/>
            <a:ext cx="228600" cy="347472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 flipV="1">
            <a:off x="10058400" y="3703320"/>
            <a:ext cx="228600" cy="9144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 in ER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ect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594360" cy="59436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6" name="Image 0" descr="/home/claude/deck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70075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 and can exist independently. Drawn as a single-line rectangle.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08860" y="3429000"/>
            <a:ext cx="1828800" cy="566928"/>
          </a:xfrm>
          <a:prstGeom prst="rect">
            <a:avLst/>
          </a:prstGeom>
          <a:solidFill>
            <a:srgbClr val="FFFFFF"/>
          </a:solidFill>
          <a:ln w="31750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08860" y="34290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 — OrderID (PK) uniquely identifies every order on its own.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846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OrderID   ·   OrderDate   ·   Status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1600200"/>
            <a:ext cx="5349240" cy="41605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1892808"/>
            <a:ext cx="594360" cy="5943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212121">
                <a:alpha val="18000"/>
              </a:srgbClr>
            </a:outerShdw>
          </a:effectLst>
        </p:spPr>
      </p:sp>
      <p:pic>
        <p:nvPicPr>
          <p:cNvPr id="15" name="Image 1" descr="/home/claude/deck/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1970075"/>
            <a:ext cx="439826" cy="4398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892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3680" y="2651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full primary key of its own; depends on an "identifying" owner entity. Drawn as a double-line rectangle.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923276" y="3374136"/>
            <a:ext cx="2029968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78140" y="3429000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5400000" algn="bl" rotWithShape="0">
              <a:srgbClr val="212121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978140" y="34290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583680" y="4206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 ITEM — ItemNo is only unique within one ORDER (partial key).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583680" y="4846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ItemNo   ·   Qty   ·   Price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504</Words>
  <Application>Microsoft Office PowerPoint</Application>
  <PresentationFormat>Widescreen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Chakram Pothala</cp:lastModifiedBy>
  <cp:revision>4</cp:revision>
  <dcterms:created xsi:type="dcterms:W3CDTF">2026-07-21T02:49:17Z</dcterms:created>
  <dcterms:modified xsi:type="dcterms:W3CDTF">2026-07-23T03:58:20Z</dcterms:modified>
</cp:coreProperties>
</file>